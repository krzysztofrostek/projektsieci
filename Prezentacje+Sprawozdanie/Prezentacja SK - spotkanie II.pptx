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65" r:id="rId5"/>
    <p:sldId id="266" r:id="rId6"/>
    <p:sldId id="267" r:id="rId7"/>
    <p:sldId id="262" r:id="rId8"/>
    <p:sldId id="263" r:id="rId9"/>
    <p:sldId id="258" r:id="rId10"/>
    <p:sldId id="259" r:id="rId11"/>
    <p:sldId id="260" r:id="rId12"/>
    <p:sldId id="261" r:id="rId13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7BBD93-0786-4984-1096-A9FC4B6A0409}" v="1" dt="2026-05-14T10:32:36.9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zysztof Rostek (kr316302)" userId="S::kr316302@student.polsl.pl::aef224dc-c95c-457e-ae01-0cc39580930b" providerId="AD" clId="Web-{AE307188-2B5F-17B7-35B7-E65A5216FD8B}"/>
    <pc:docChg chg="addSld modSld">
      <pc:chgData name="Krzysztof Rostek (kr316302)" userId="S::kr316302@student.polsl.pl::aef224dc-c95c-457e-ae01-0cc39580930b" providerId="AD" clId="Web-{AE307188-2B5F-17B7-35B7-E65A5216FD8B}" dt="2026-04-22T00:12:56.679" v="407" actId="20577"/>
      <pc:docMkLst>
        <pc:docMk/>
      </pc:docMkLst>
      <pc:sldChg chg="modSp">
        <pc:chgData name="Krzysztof Rostek (kr316302)" userId="S::kr316302@student.polsl.pl::aef224dc-c95c-457e-ae01-0cc39580930b" providerId="AD" clId="Web-{AE307188-2B5F-17B7-35B7-E65A5216FD8B}" dt="2026-04-22T00:12:56.679" v="407" actId="20577"/>
        <pc:sldMkLst>
          <pc:docMk/>
          <pc:sldMk cId="650317164" sldId="256"/>
        </pc:sldMkLst>
        <pc:spChg chg="mod">
          <ac:chgData name="Krzysztof Rostek (kr316302)" userId="S::kr316302@student.polsl.pl::aef224dc-c95c-457e-ae01-0cc39580930b" providerId="AD" clId="Web-{AE307188-2B5F-17B7-35B7-E65A5216FD8B}" dt="2026-04-21T21:34:25.379" v="19" actId="20577"/>
          <ac:spMkLst>
            <pc:docMk/>
            <pc:sldMk cId="650317164" sldId="256"/>
            <ac:spMk id="2" creationId="{00000000-0000-0000-0000-000000000000}"/>
          </ac:spMkLst>
        </pc:spChg>
        <pc:spChg chg="mod">
          <ac:chgData name="Krzysztof Rostek (kr316302)" userId="S::kr316302@student.polsl.pl::aef224dc-c95c-457e-ae01-0cc39580930b" providerId="AD" clId="Web-{AE307188-2B5F-17B7-35B7-E65A5216FD8B}" dt="2026-04-22T00:12:56.679" v="407" actId="20577"/>
          <ac:spMkLst>
            <pc:docMk/>
            <pc:sldMk cId="650317164" sldId="256"/>
            <ac:spMk id="3" creationId="{00000000-0000-0000-0000-000000000000}"/>
          </ac:spMkLst>
        </pc:spChg>
      </pc:sldChg>
      <pc:sldChg chg="modSp new">
        <pc:chgData name="Krzysztof Rostek (kr316302)" userId="S::kr316302@student.polsl.pl::aef224dc-c95c-457e-ae01-0cc39580930b" providerId="AD" clId="Web-{AE307188-2B5F-17B7-35B7-E65A5216FD8B}" dt="2026-04-21T23:51:33.778" v="406" actId="20577"/>
        <pc:sldMkLst>
          <pc:docMk/>
          <pc:sldMk cId="3136239319" sldId="257"/>
        </pc:sldMkLst>
        <pc:spChg chg="mod">
          <ac:chgData name="Krzysztof Rostek (kr316302)" userId="S::kr316302@student.polsl.pl::aef224dc-c95c-457e-ae01-0cc39580930b" providerId="AD" clId="Web-{AE307188-2B5F-17B7-35B7-E65A5216FD8B}" dt="2026-04-21T23:51:33.778" v="406" actId="20577"/>
          <ac:spMkLst>
            <pc:docMk/>
            <pc:sldMk cId="3136239319" sldId="257"/>
            <ac:spMk id="2" creationId="{3B85AAE4-1775-E0E9-8511-0339C5F3F5CD}"/>
          </ac:spMkLst>
        </pc:spChg>
      </pc:sldChg>
      <pc:sldChg chg="new">
        <pc:chgData name="Krzysztof Rostek (kr316302)" userId="S::kr316302@student.polsl.pl::aef224dc-c95c-457e-ae01-0cc39580930b" providerId="AD" clId="Web-{AE307188-2B5F-17B7-35B7-E65A5216FD8B}" dt="2026-04-21T23:15:28.316" v="46"/>
        <pc:sldMkLst>
          <pc:docMk/>
          <pc:sldMk cId="4140321199" sldId="258"/>
        </pc:sldMkLst>
      </pc:sldChg>
      <pc:sldChg chg="addSp delSp modSp new">
        <pc:chgData name="Krzysztof Rostek (kr316302)" userId="S::kr316302@student.polsl.pl::aef224dc-c95c-457e-ae01-0cc39580930b" providerId="AD" clId="Web-{AE307188-2B5F-17B7-35B7-E65A5216FD8B}" dt="2026-04-21T23:20:47.850" v="85" actId="14100"/>
        <pc:sldMkLst>
          <pc:docMk/>
          <pc:sldMk cId="3518192749" sldId="259"/>
        </pc:sldMkLst>
        <pc:spChg chg="mod">
          <ac:chgData name="Krzysztof Rostek (kr316302)" userId="S::kr316302@student.polsl.pl::aef224dc-c95c-457e-ae01-0cc39580930b" providerId="AD" clId="Web-{AE307188-2B5F-17B7-35B7-E65A5216FD8B}" dt="2026-04-21T23:20:47.850" v="85" actId="14100"/>
          <ac:spMkLst>
            <pc:docMk/>
            <pc:sldMk cId="3518192749" sldId="259"/>
            <ac:spMk id="2" creationId="{3A5008FA-42E2-50BE-4D7A-B8A3485FDCBC}"/>
          </ac:spMkLst>
        </pc:spChg>
        <pc:picChg chg="add mod ord">
          <ac:chgData name="Krzysztof Rostek (kr316302)" userId="S::kr316302@student.polsl.pl::aef224dc-c95c-457e-ae01-0cc39580930b" providerId="AD" clId="Web-{AE307188-2B5F-17B7-35B7-E65A5216FD8B}" dt="2026-04-21T23:15:33.566" v="48"/>
          <ac:picMkLst>
            <pc:docMk/>
            <pc:sldMk cId="3518192749" sldId="259"/>
            <ac:picMk id="4" creationId="{53F55C48-2FF1-0058-6B2B-4AFE80DA008C}"/>
          </ac:picMkLst>
        </pc:picChg>
      </pc:sldChg>
      <pc:sldChg chg="addSp delSp modSp new">
        <pc:chgData name="Krzysztof Rostek (kr316302)" userId="S::kr316302@student.polsl.pl::aef224dc-c95c-457e-ae01-0cc39580930b" providerId="AD" clId="Web-{AE307188-2B5F-17B7-35B7-E65A5216FD8B}" dt="2026-04-21T23:39:36.474" v="119" actId="14100"/>
        <pc:sldMkLst>
          <pc:docMk/>
          <pc:sldMk cId="397183473" sldId="260"/>
        </pc:sldMkLst>
        <pc:spChg chg="mod">
          <ac:chgData name="Krzysztof Rostek (kr316302)" userId="S::kr316302@student.polsl.pl::aef224dc-c95c-457e-ae01-0cc39580930b" providerId="AD" clId="Web-{AE307188-2B5F-17B7-35B7-E65A5216FD8B}" dt="2026-04-21T23:39:36.474" v="119" actId="14100"/>
          <ac:spMkLst>
            <pc:docMk/>
            <pc:sldMk cId="397183473" sldId="260"/>
            <ac:spMk id="2" creationId="{E83FE1D9-ED68-F6A4-4C31-FF623BAA20BA}"/>
          </ac:spMkLst>
        </pc:spChg>
        <pc:picChg chg="add mod ord">
          <ac:chgData name="Krzysztof Rostek (kr316302)" userId="S::kr316302@student.polsl.pl::aef224dc-c95c-457e-ae01-0cc39580930b" providerId="AD" clId="Web-{AE307188-2B5F-17B7-35B7-E65A5216FD8B}" dt="2026-04-21T23:37:04.118" v="87"/>
          <ac:picMkLst>
            <pc:docMk/>
            <pc:sldMk cId="397183473" sldId="260"/>
            <ac:picMk id="4" creationId="{04191D19-61DC-5E8B-AF24-C288C3520B67}"/>
          </ac:picMkLst>
        </pc:picChg>
      </pc:sldChg>
      <pc:sldChg chg="addSp delSp modSp new">
        <pc:chgData name="Krzysztof Rostek (kr316302)" userId="S::kr316302@student.polsl.pl::aef224dc-c95c-457e-ae01-0cc39580930b" providerId="AD" clId="Web-{AE307188-2B5F-17B7-35B7-E65A5216FD8B}" dt="2026-04-21T23:47:25.537" v="147" actId="20577"/>
        <pc:sldMkLst>
          <pc:docMk/>
          <pc:sldMk cId="3650300317" sldId="261"/>
        </pc:sldMkLst>
        <pc:spChg chg="mod">
          <ac:chgData name="Krzysztof Rostek (kr316302)" userId="S::kr316302@student.polsl.pl::aef224dc-c95c-457e-ae01-0cc39580930b" providerId="AD" clId="Web-{AE307188-2B5F-17B7-35B7-E65A5216FD8B}" dt="2026-04-21T23:47:25.537" v="147" actId="20577"/>
          <ac:spMkLst>
            <pc:docMk/>
            <pc:sldMk cId="3650300317" sldId="261"/>
            <ac:spMk id="2" creationId="{6155D187-CB9C-FF6C-3284-C400BCE6086F}"/>
          </ac:spMkLst>
        </pc:spChg>
        <pc:picChg chg="add mod ord">
          <ac:chgData name="Krzysztof Rostek (kr316302)" userId="S::kr316302@student.polsl.pl::aef224dc-c95c-457e-ae01-0cc39580930b" providerId="AD" clId="Web-{AE307188-2B5F-17B7-35B7-E65A5216FD8B}" dt="2026-04-21T23:44:52.343" v="121"/>
          <ac:picMkLst>
            <pc:docMk/>
            <pc:sldMk cId="3650300317" sldId="261"/>
            <ac:picMk id="4" creationId="{0478618A-ED40-796E-042E-907436B38059}"/>
          </ac:picMkLst>
        </pc:picChg>
      </pc:sldChg>
    </pc:docChg>
  </pc:docChgLst>
  <pc:docChgLst>
    <pc:chgData name="Wojciech Kozłowski (wk316266)" userId="dd37bd66-7e09-4638-a0a7-5e3fe773cd49" providerId="ADAL" clId="{23E3CE93-FA36-48CE-A5FB-D0BC4B1C1620}"/>
    <pc:docChg chg="custSel addSld modSld">
      <pc:chgData name="Wojciech Kozłowski (wk316266)" userId="dd37bd66-7e09-4638-a0a7-5e3fe773cd49" providerId="ADAL" clId="{23E3CE93-FA36-48CE-A5FB-D0BC4B1C1620}" dt="2026-05-14T10:09:14.606" v="103" actId="22"/>
      <pc:docMkLst>
        <pc:docMk/>
      </pc:docMkLst>
      <pc:sldChg chg="addSp delSp modSp new mod">
        <pc:chgData name="Wojciech Kozłowski (wk316266)" userId="dd37bd66-7e09-4638-a0a7-5e3fe773cd49" providerId="ADAL" clId="{23E3CE93-FA36-48CE-A5FB-D0BC4B1C1620}" dt="2026-05-14T05:32:38.053" v="34" actId="20577"/>
        <pc:sldMkLst>
          <pc:docMk/>
          <pc:sldMk cId="105852437" sldId="268"/>
        </pc:sldMkLst>
        <pc:spChg chg="mod">
          <ac:chgData name="Wojciech Kozłowski (wk316266)" userId="dd37bd66-7e09-4638-a0a7-5e3fe773cd49" providerId="ADAL" clId="{23E3CE93-FA36-48CE-A5FB-D0BC4B1C1620}" dt="2026-05-14T05:32:38.053" v="34" actId="20577"/>
          <ac:spMkLst>
            <pc:docMk/>
            <pc:sldMk cId="105852437" sldId="268"/>
            <ac:spMk id="2" creationId="{F040B564-A5AB-DDE1-EF1D-8481EEAB625B}"/>
          </ac:spMkLst>
        </pc:spChg>
        <pc:spChg chg="del">
          <ac:chgData name="Wojciech Kozłowski (wk316266)" userId="dd37bd66-7e09-4638-a0a7-5e3fe773cd49" providerId="ADAL" clId="{23E3CE93-FA36-48CE-A5FB-D0BC4B1C1620}" dt="2026-05-14T05:32:24.042" v="1" actId="22"/>
          <ac:spMkLst>
            <pc:docMk/>
            <pc:sldMk cId="105852437" sldId="268"/>
            <ac:spMk id="3" creationId="{5E7B18E0-2F2B-A7C3-52ED-7BD276755F0B}"/>
          </ac:spMkLst>
        </pc:spChg>
        <pc:picChg chg="add mod ord">
          <ac:chgData name="Wojciech Kozłowski (wk316266)" userId="dd37bd66-7e09-4638-a0a7-5e3fe773cd49" providerId="ADAL" clId="{23E3CE93-FA36-48CE-A5FB-D0BC4B1C1620}" dt="2026-05-14T05:32:24.042" v="1" actId="22"/>
          <ac:picMkLst>
            <pc:docMk/>
            <pc:sldMk cId="105852437" sldId="268"/>
            <ac:picMk id="5" creationId="{1E9B1DD3-EA8E-F3F3-64BE-32D1F8F44175}"/>
          </ac:picMkLst>
        </pc:picChg>
      </pc:sldChg>
      <pc:sldChg chg="addSp delSp modSp new mod">
        <pc:chgData name="Wojciech Kozłowski (wk316266)" userId="dd37bd66-7e09-4638-a0a7-5e3fe773cd49" providerId="ADAL" clId="{23E3CE93-FA36-48CE-A5FB-D0BC4B1C1620}" dt="2026-05-14T05:46:08.931" v="43" actId="1076"/>
        <pc:sldMkLst>
          <pc:docMk/>
          <pc:sldMk cId="3298504944" sldId="269"/>
        </pc:sldMkLst>
        <pc:spChg chg="del">
          <ac:chgData name="Wojciech Kozłowski (wk316266)" userId="dd37bd66-7e09-4638-a0a7-5e3fe773cd49" providerId="ADAL" clId="{23E3CE93-FA36-48CE-A5FB-D0BC4B1C1620}" dt="2026-05-14T05:45:49.165" v="36" actId="22"/>
          <ac:spMkLst>
            <pc:docMk/>
            <pc:sldMk cId="3298504944" sldId="269"/>
            <ac:spMk id="3" creationId="{DCEE4210-C45E-2760-314B-C9F91B6C5E06}"/>
          </ac:spMkLst>
        </pc:spChg>
        <pc:picChg chg="add mod ord">
          <ac:chgData name="Wojciech Kozłowski (wk316266)" userId="dd37bd66-7e09-4638-a0a7-5e3fe773cd49" providerId="ADAL" clId="{23E3CE93-FA36-48CE-A5FB-D0BC4B1C1620}" dt="2026-05-14T05:46:07.902" v="42" actId="1076"/>
          <ac:picMkLst>
            <pc:docMk/>
            <pc:sldMk cId="3298504944" sldId="269"/>
            <ac:picMk id="5" creationId="{6B85359C-F145-8639-01B8-59AEBBA2089E}"/>
          </ac:picMkLst>
        </pc:picChg>
        <pc:picChg chg="add mod">
          <ac:chgData name="Wojciech Kozłowski (wk316266)" userId="dd37bd66-7e09-4638-a0a7-5e3fe773cd49" providerId="ADAL" clId="{23E3CE93-FA36-48CE-A5FB-D0BC4B1C1620}" dt="2026-05-14T05:46:08.931" v="43" actId="1076"/>
          <ac:picMkLst>
            <pc:docMk/>
            <pc:sldMk cId="3298504944" sldId="269"/>
            <ac:picMk id="7" creationId="{1C69F039-8BA8-BC5C-8096-34B3B4FFF48A}"/>
          </ac:picMkLst>
        </pc:picChg>
      </pc:sldChg>
      <pc:sldChg chg="addSp modSp new mod">
        <pc:chgData name="Wojciech Kozłowski (wk316266)" userId="dd37bd66-7e09-4638-a0a7-5e3fe773cd49" providerId="ADAL" clId="{23E3CE93-FA36-48CE-A5FB-D0BC4B1C1620}" dt="2026-05-14T10:09:14.606" v="103" actId="22"/>
        <pc:sldMkLst>
          <pc:docMk/>
          <pc:sldMk cId="601742329" sldId="270"/>
        </pc:sldMkLst>
        <pc:spChg chg="mod">
          <ac:chgData name="Wojciech Kozłowski (wk316266)" userId="dd37bd66-7e09-4638-a0a7-5e3fe773cd49" providerId="ADAL" clId="{23E3CE93-FA36-48CE-A5FB-D0BC4B1C1620}" dt="2026-05-14T05:50:05.732" v="56" actId="20577"/>
          <ac:spMkLst>
            <pc:docMk/>
            <pc:sldMk cId="601742329" sldId="270"/>
            <ac:spMk id="2" creationId="{197C0097-7E84-7BEC-2060-9063D32B8ECC}"/>
          </ac:spMkLst>
        </pc:spChg>
        <pc:spChg chg="mod">
          <ac:chgData name="Wojciech Kozłowski (wk316266)" userId="dd37bd66-7e09-4638-a0a7-5e3fe773cd49" providerId="ADAL" clId="{23E3CE93-FA36-48CE-A5FB-D0BC4B1C1620}" dt="2026-05-14T05:50:30.246" v="102" actId="20577"/>
          <ac:spMkLst>
            <pc:docMk/>
            <pc:sldMk cId="601742329" sldId="270"/>
            <ac:spMk id="3" creationId="{EE676948-806A-4A94-505F-CFB0CB247FFF}"/>
          </ac:spMkLst>
        </pc:spChg>
        <pc:picChg chg="add">
          <ac:chgData name="Wojciech Kozłowski (wk316266)" userId="dd37bd66-7e09-4638-a0a7-5e3fe773cd49" providerId="ADAL" clId="{23E3CE93-FA36-48CE-A5FB-D0BC4B1C1620}" dt="2026-05-14T10:09:14.606" v="103" actId="22"/>
          <ac:picMkLst>
            <pc:docMk/>
            <pc:sldMk cId="601742329" sldId="270"/>
            <ac:picMk id="5" creationId="{0E93A789-F3D1-5548-D879-E76FE96E763D}"/>
          </ac:picMkLst>
        </pc:picChg>
      </pc:sldChg>
    </pc:docChg>
  </pc:docChgLst>
  <pc:docChgLst>
    <pc:chgData name="Paweł Urbaniak (pu316252)" userId="S::pu316252@student.polsl.pl::5a810bbf-09a7-4f9d-b9b7-2f917043c8b2" providerId="AD" clId="Web-{54DDF617-4D58-C558-F7C5-C78928C24657}"/>
    <pc:docChg chg="addSld modSld sldOrd">
      <pc:chgData name="Paweł Urbaniak (pu316252)" userId="S::pu316252@student.polsl.pl::5a810bbf-09a7-4f9d-b9b7-2f917043c8b2" providerId="AD" clId="Web-{54DDF617-4D58-C558-F7C5-C78928C24657}" dt="2026-04-22T00:48:44.528" v="236"/>
      <pc:docMkLst>
        <pc:docMk/>
      </pc:docMkLst>
      <pc:sldChg chg="modSp">
        <pc:chgData name="Paweł Urbaniak (pu316252)" userId="S::pu316252@student.polsl.pl::5a810bbf-09a7-4f9d-b9b7-2f917043c8b2" providerId="AD" clId="Web-{54DDF617-4D58-C558-F7C5-C78928C24657}" dt="2026-04-21T23:51:37.085" v="210" actId="20577"/>
        <pc:sldMkLst>
          <pc:docMk/>
          <pc:sldMk cId="3136239319" sldId="257"/>
        </pc:sldMkLst>
      </pc:sldChg>
      <pc:sldChg chg="delSp mod setBg">
        <pc:chgData name="Paweł Urbaniak (pu316252)" userId="S::pu316252@student.polsl.pl::5a810bbf-09a7-4f9d-b9b7-2f917043c8b2" providerId="AD" clId="Web-{54DDF617-4D58-C558-F7C5-C78928C24657}" dt="2026-04-22T00:40:16.018" v="213"/>
        <pc:sldMkLst>
          <pc:docMk/>
          <pc:sldMk cId="4140321199" sldId="258"/>
        </pc:sldMkLst>
      </pc:sldChg>
      <pc:sldChg chg="addSp delSp modSp add mod replId setBg">
        <pc:chgData name="Paweł Urbaniak (pu316252)" userId="S::pu316252@student.polsl.pl::5a810bbf-09a7-4f9d-b9b7-2f917043c8b2" providerId="AD" clId="Web-{54DDF617-4D58-C558-F7C5-C78928C24657}" dt="2026-04-22T00:48:44.528" v="236"/>
        <pc:sldMkLst>
          <pc:docMk/>
          <pc:sldMk cId="2274235273" sldId="262"/>
        </pc:sldMkLst>
        <pc:spChg chg="mod">
          <ac:chgData name="Paweł Urbaniak (pu316252)" userId="S::pu316252@student.polsl.pl::5a810bbf-09a7-4f9d-b9b7-2f917043c8b2" providerId="AD" clId="Web-{54DDF617-4D58-C558-F7C5-C78928C24657}" dt="2026-04-22T00:48:44.528" v="236"/>
          <ac:spMkLst>
            <pc:docMk/>
            <pc:sldMk cId="2274235273" sldId="262"/>
            <ac:spMk id="2" creationId="{054E527B-660B-2D95-8BB2-F908511963B5}"/>
          </ac:spMkLst>
        </pc:spChg>
        <pc:spChg chg="add">
          <ac:chgData name="Paweł Urbaniak (pu316252)" userId="S::pu316252@student.polsl.pl::5a810bbf-09a7-4f9d-b9b7-2f917043c8b2" providerId="AD" clId="Web-{54DDF617-4D58-C558-F7C5-C78928C24657}" dt="2026-04-22T00:48:44.528" v="236"/>
          <ac:spMkLst>
            <pc:docMk/>
            <pc:sldMk cId="2274235273" sldId="262"/>
            <ac:spMk id="15" creationId="{022BDE4A-8A20-4A69-9C5A-581C82036A4D}"/>
          </ac:spMkLst>
        </pc:spChg>
        <pc:picChg chg="add mod ord">
          <ac:chgData name="Paweł Urbaniak (pu316252)" userId="S::pu316252@student.polsl.pl::5a810bbf-09a7-4f9d-b9b7-2f917043c8b2" providerId="AD" clId="Web-{54DDF617-4D58-C558-F7C5-C78928C24657}" dt="2026-04-22T00:48:44.528" v="236"/>
          <ac:picMkLst>
            <pc:docMk/>
            <pc:sldMk cId="2274235273" sldId="262"/>
            <ac:picMk id="4" creationId="{8FA7619E-4E8E-DB2B-3C2E-71150EF2809D}"/>
          </ac:picMkLst>
        </pc:picChg>
        <pc:picChg chg="add mod">
          <ac:chgData name="Paweł Urbaniak (pu316252)" userId="S::pu316252@student.polsl.pl::5a810bbf-09a7-4f9d-b9b7-2f917043c8b2" providerId="AD" clId="Web-{54DDF617-4D58-C558-F7C5-C78928C24657}" dt="2026-04-22T00:48:44.528" v="236"/>
          <ac:picMkLst>
            <pc:docMk/>
            <pc:sldMk cId="2274235273" sldId="262"/>
            <ac:picMk id="6" creationId="{E3A030F9-43DB-68A8-3403-ECCBDDBEDA14}"/>
          </ac:picMkLst>
        </pc:picChg>
      </pc:sldChg>
      <pc:sldChg chg="add ord replId">
        <pc:chgData name="Paweł Urbaniak (pu316252)" userId="S::pu316252@student.polsl.pl::5a810bbf-09a7-4f9d-b9b7-2f917043c8b2" providerId="AD" clId="Web-{54DDF617-4D58-C558-F7C5-C78928C24657}" dt="2026-04-22T00:46:15.726" v="232"/>
        <pc:sldMkLst>
          <pc:docMk/>
          <pc:sldMk cId="781842421" sldId="263"/>
        </pc:sldMkLst>
      </pc:sldChg>
    </pc:docChg>
  </pc:docChgLst>
  <pc:docChgLst>
    <pc:chgData name="Wojciech Kozłowski (wk316266)" userId="S::wk316266@student.polsl.pl::dd37bd66-7e09-4638-a0a7-5e3fe773cd49" providerId="AD" clId="Web-{71EA83F5-9B04-CDA1-F6E4-BDEB9BD0D7B5}"/>
    <pc:docChg chg="addSld modSld">
      <pc:chgData name="Wojciech Kozłowski (wk316266)" userId="S::wk316266@student.polsl.pl::dd37bd66-7e09-4638-a0a7-5e3fe773cd49" providerId="AD" clId="Web-{71EA83F5-9B04-CDA1-F6E4-BDEB9BD0D7B5}" dt="2026-04-22T07:48:32.890" v="72" actId="1076"/>
      <pc:docMkLst>
        <pc:docMk/>
      </pc:docMkLst>
      <pc:sldChg chg="addSp delSp modSp">
        <pc:chgData name="Wojciech Kozłowski (wk316266)" userId="S::wk316266@student.polsl.pl::dd37bd66-7e09-4638-a0a7-5e3fe773cd49" providerId="AD" clId="Web-{71EA83F5-9B04-CDA1-F6E4-BDEB9BD0D7B5}" dt="2026-04-22T07:19:54.113" v="10" actId="14100"/>
        <pc:sldMkLst>
          <pc:docMk/>
          <pc:sldMk cId="3136239319" sldId="257"/>
        </pc:sldMkLst>
        <pc:picChg chg="add mod ord">
          <ac:chgData name="Wojciech Kozłowski (wk316266)" userId="S::wk316266@student.polsl.pl::dd37bd66-7e09-4638-a0a7-5e3fe773cd49" providerId="AD" clId="Web-{71EA83F5-9B04-CDA1-F6E4-BDEB9BD0D7B5}" dt="2026-04-22T07:16:11.973" v="5" actId="1076"/>
          <ac:picMkLst>
            <pc:docMk/>
            <pc:sldMk cId="3136239319" sldId="257"/>
            <ac:picMk id="7" creationId="{976273C6-6924-05B7-53A1-C3E3B25058A9}"/>
          </ac:picMkLst>
        </pc:picChg>
        <pc:picChg chg="add mod">
          <ac:chgData name="Wojciech Kozłowski (wk316266)" userId="S::wk316266@student.polsl.pl::dd37bd66-7e09-4638-a0a7-5e3fe773cd49" providerId="AD" clId="Web-{71EA83F5-9B04-CDA1-F6E4-BDEB9BD0D7B5}" dt="2026-04-22T07:19:54.113" v="10" actId="14100"/>
          <ac:picMkLst>
            <pc:docMk/>
            <pc:sldMk cId="3136239319" sldId="257"/>
            <ac:picMk id="8" creationId="{027B34F6-7D97-D4E6-0C61-9134B0587F46}"/>
          </ac:picMkLst>
        </pc:picChg>
      </pc:sldChg>
      <pc:sldChg chg="addSp delSp modSp new">
        <pc:chgData name="Wojciech Kozłowski (wk316266)" userId="S::wk316266@student.polsl.pl::dd37bd66-7e09-4638-a0a7-5e3fe773cd49" providerId="AD" clId="Web-{71EA83F5-9B04-CDA1-F6E4-BDEB9BD0D7B5}" dt="2026-04-22T07:34:48.236" v="45" actId="1076"/>
        <pc:sldMkLst>
          <pc:docMk/>
          <pc:sldMk cId="410346908" sldId="264"/>
        </pc:sldMkLst>
        <pc:picChg chg="add mod ord">
          <ac:chgData name="Wojciech Kozłowski (wk316266)" userId="S::wk316266@student.polsl.pl::dd37bd66-7e09-4638-a0a7-5e3fe773cd49" providerId="AD" clId="Web-{71EA83F5-9B04-CDA1-F6E4-BDEB9BD0D7B5}" dt="2026-04-22T07:34:22.361" v="40" actId="14100"/>
          <ac:picMkLst>
            <pc:docMk/>
            <pc:sldMk cId="410346908" sldId="264"/>
            <ac:picMk id="4" creationId="{2F54221A-F049-165C-69D0-400EC2C50520}"/>
          </ac:picMkLst>
        </pc:picChg>
        <pc:picChg chg="add mod">
          <ac:chgData name="Wojciech Kozłowski (wk316266)" userId="S::wk316266@student.polsl.pl::dd37bd66-7e09-4638-a0a7-5e3fe773cd49" providerId="AD" clId="Web-{71EA83F5-9B04-CDA1-F6E4-BDEB9BD0D7B5}" dt="2026-04-22T07:34:48.236" v="45" actId="1076"/>
          <ac:picMkLst>
            <pc:docMk/>
            <pc:sldMk cId="410346908" sldId="264"/>
            <ac:picMk id="5" creationId="{C3BE467F-D036-0D3D-694D-4084EF629B5C}"/>
          </ac:picMkLst>
        </pc:picChg>
        <pc:picChg chg="add mod">
          <ac:chgData name="Wojciech Kozłowski (wk316266)" userId="S::wk316266@student.polsl.pl::dd37bd66-7e09-4638-a0a7-5e3fe773cd49" providerId="AD" clId="Web-{71EA83F5-9B04-CDA1-F6E4-BDEB9BD0D7B5}" dt="2026-04-22T07:34:43.267" v="43" actId="14100"/>
          <ac:picMkLst>
            <pc:docMk/>
            <pc:sldMk cId="410346908" sldId="264"/>
            <ac:picMk id="7" creationId="{77E2FA70-2521-BD21-8124-207AA1378E26}"/>
          </ac:picMkLst>
        </pc:picChg>
        <pc:picChg chg="add mod">
          <ac:chgData name="Wojciech Kozłowski (wk316266)" userId="S::wk316266@student.polsl.pl::dd37bd66-7e09-4638-a0a7-5e3fe773cd49" providerId="AD" clId="Web-{71EA83F5-9B04-CDA1-F6E4-BDEB9BD0D7B5}" dt="2026-04-22T07:34:24.986" v="41" actId="14100"/>
          <ac:picMkLst>
            <pc:docMk/>
            <pc:sldMk cId="410346908" sldId="264"/>
            <ac:picMk id="8" creationId="{61BFD029-DAB9-3044-7306-4833C77CA65C}"/>
          </ac:picMkLst>
        </pc:picChg>
      </pc:sldChg>
      <pc:sldChg chg="addSp delSp modSp new">
        <pc:chgData name="Wojciech Kozłowski (wk316266)" userId="S::wk316266@student.polsl.pl::dd37bd66-7e09-4638-a0a7-5e3fe773cd49" providerId="AD" clId="Web-{71EA83F5-9B04-CDA1-F6E4-BDEB9BD0D7B5}" dt="2026-04-22T07:35:23.642" v="47"/>
        <pc:sldMkLst>
          <pc:docMk/>
          <pc:sldMk cId="3746183978" sldId="265"/>
        </pc:sldMkLst>
        <pc:picChg chg="add mod ord">
          <ac:chgData name="Wojciech Kozłowski (wk316266)" userId="S::wk316266@student.polsl.pl::dd37bd66-7e09-4638-a0a7-5e3fe773cd49" providerId="AD" clId="Web-{71EA83F5-9B04-CDA1-F6E4-BDEB9BD0D7B5}" dt="2026-04-22T07:29:51.846" v="26" actId="14100"/>
          <ac:picMkLst>
            <pc:docMk/>
            <pc:sldMk cId="3746183978" sldId="265"/>
            <ac:picMk id="4" creationId="{545646E1-99B5-2418-6691-1E26DA87B6CD}"/>
          </ac:picMkLst>
        </pc:picChg>
      </pc:sldChg>
      <pc:sldChg chg="addSp delSp modSp new">
        <pc:chgData name="Wojciech Kozłowski (wk316266)" userId="S::wk316266@student.polsl.pl::dd37bd66-7e09-4638-a0a7-5e3fe773cd49" providerId="AD" clId="Web-{71EA83F5-9B04-CDA1-F6E4-BDEB9BD0D7B5}" dt="2026-04-22T07:36:36.782" v="62" actId="1076"/>
        <pc:sldMkLst>
          <pc:docMk/>
          <pc:sldMk cId="251007975" sldId="266"/>
        </pc:sldMkLst>
        <pc:picChg chg="add mod ord">
          <ac:chgData name="Wojciech Kozłowski (wk316266)" userId="S::wk316266@student.polsl.pl::dd37bd66-7e09-4638-a0a7-5e3fe773cd49" providerId="AD" clId="Web-{71EA83F5-9B04-CDA1-F6E4-BDEB9BD0D7B5}" dt="2026-04-22T07:36:16.079" v="58" actId="1076"/>
          <ac:picMkLst>
            <pc:docMk/>
            <pc:sldMk cId="251007975" sldId="266"/>
            <ac:picMk id="4" creationId="{3E7EB2C8-2B57-2244-D132-8505809E748F}"/>
          </ac:picMkLst>
        </pc:picChg>
        <pc:picChg chg="add mod">
          <ac:chgData name="Wojciech Kozłowski (wk316266)" userId="S::wk316266@student.polsl.pl::dd37bd66-7e09-4638-a0a7-5e3fe773cd49" providerId="AD" clId="Web-{71EA83F5-9B04-CDA1-F6E4-BDEB9BD0D7B5}" dt="2026-04-22T07:36:36.782" v="62" actId="1076"/>
          <ac:picMkLst>
            <pc:docMk/>
            <pc:sldMk cId="251007975" sldId="266"/>
            <ac:picMk id="5" creationId="{692DF37F-EB25-F187-5655-3D197571C116}"/>
          </ac:picMkLst>
        </pc:picChg>
      </pc:sldChg>
      <pc:sldChg chg="addSp delSp modSp new">
        <pc:chgData name="Wojciech Kozłowski (wk316266)" userId="S::wk316266@student.polsl.pl::dd37bd66-7e09-4638-a0a7-5e3fe773cd49" providerId="AD" clId="Web-{71EA83F5-9B04-CDA1-F6E4-BDEB9BD0D7B5}" dt="2026-04-22T07:48:32.890" v="72" actId="1076"/>
        <pc:sldMkLst>
          <pc:docMk/>
          <pc:sldMk cId="2728689540" sldId="267"/>
        </pc:sldMkLst>
        <pc:picChg chg="add mod ord">
          <ac:chgData name="Wojciech Kozłowski (wk316266)" userId="S::wk316266@student.polsl.pl::dd37bd66-7e09-4638-a0a7-5e3fe773cd49" providerId="AD" clId="Web-{71EA83F5-9B04-CDA1-F6E4-BDEB9BD0D7B5}" dt="2026-04-22T07:48:05.031" v="68" actId="1076"/>
          <ac:picMkLst>
            <pc:docMk/>
            <pc:sldMk cId="2728689540" sldId="267"/>
            <ac:picMk id="4" creationId="{1EBC0388-81CC-3EB1-4D2E-0BDE874B9F38}"/>
          </ac:picMkLst>
        </pc:picChg>
        <pc:picChg chg="add mod">
          <ac:chgData name="Wojciech Kozłowski (wk316266)" userId="S::wk316266@student.polsl.pl::dd37bd66-7e09-4638-a0a7-5e3fe773cd49" providerId="AD" clId="Web-{71EA83F5-9B04-CDA1-F6E4-BDEB9BD0D7B5}" dt="2026-04-22T07:48:32.890" v="72" actId="1076"/>
          <ac:picMkLst>
            <pc:docMk/>
            <pc:sldMk cId="2728689540" sldId="267"/>
            <ac:picMk id="5" creationId="{31A8B7ED-1DF5-C1FF-DA13-7762D419E8DF}"/>
          </ac:picMkLst>
        </pc:picChg>
      </pc:sldChg>
    </pc:docChg>
  </pc:docChgLst>
  <pc:docChgLst>
    <pc:chgData name="Paweł Urbaniak (pu316252)" userId="S::pu316252@student.polsl.pl::5a810bbf-09a7-4f9d-b9b7-2f917043c8b2" providerId="AD" clId="Web-{2B7BBD93-0786-4984-1096-A9FC4B6A0409}"/>
    <pc:docChg chg="modSld">
      <pc:chgData name="Paweł Urbaniak (pu316252)" userId="S::pu316252@student.polsl.pl::5a810bbf-09a7-4f9d-b9b7-2f917043c8b2" providerId="AD" clId="Web-{2B7BBD93-0786-4984-1096-A9FC4B6A0409}" dt="2026-05-14T10:32:36.982" v="0"/>
      <pc:docMkLst>
        <pc:docMk/>
      </pc:docMkLst>
      <pc:sldChg chg="delSp">
        <pc:chgData name="Paweł Urbaniak (pu316252)" userId="S::pu316252@student.polsl.pl::5a810bbf-09a7-4f9d-b9b7-2f917043c8b2" providerId="AD" clId="Web-{2B7BBD93-0786-4984-1096-A9FC4B6A0409}" dt="2026-05-14T10:32:36.982" v="0"/>
        <pc:sldMkLst>
          <pc:docMk/>
          <pc:sldMk cId="601742329" sldId="270"/>
        </pc:sldMkLst>
        <pc:picChg chg="del">
          <ac:chgData name="Paweł Urbaniak (pu316252)" userId="S::pu316252@student.polsl.pl::5a810bbf-09a7-4f9d-b9b7-2f917043c8b2" providerId="AD" clId="Web-{2B7BBD93-0786-4984-1096-A9FC4B6A0409}" dt="2026-05-14T10:32:36.982" v="0"/>
          <ac:picMkLst>
            <pc:docMk/>
            <pc:sldMk cId="601742329" sldId="270"/>
            <ac:picMk id="5" creationId="{0E93A789-F3D1-5548-D879-E76FE96E763D}"/>
          </ac:picMkLst>
        </pc:picChg>
      </pc:sldChg>
    </pc:docChg>
  </pc:docChgLst>
  <pc:docChgLst>
    <pc:chgData name="Paweł Urbaniak (pu316252)" userId="S::pu316252@student.polsl.pl::5a810bbf-09a7-4f9d-b9b7-2f917043c8b2" providerId="AD" clId="Web-{33D52962-B6B0-60E9-01B0-49F72A263EE4}"/>
    <pc:docChg chg="modSld">
      <pc:chgData name="Paweł Urbaniak (pu316252)" userId="S::pu316252@student.polsl.pl::5a810bbf-09a7-4f9d-b9b7-2f917043c8b2" providerId="AD" clId="Web-{33D52962-B6B0-60E9-01B0-49F72A263EE4}" dt="2026-04-21T21:35:42.332" v="4" actId="20577"/>
      <pc:docMkLst>
        <pc:docMk/>
      </pc:docMkLst>
      <pc:sldChg chg="modSp">
        <pc:chgData name="Paweł Urbaniak (pu316252)" userId="S::pu316252@student.polsl.pl::5a810bbf-09a7-4f9d-b9b7-2f917043c8b2" providerId="AD" clId="Web-{33D52962-B6B0-60E9-01B0-49F72A263EE4}" dt="2026-04-21T21:35:42.332" v="4" actId="20577"/>
        <pc:sldMkLst>
          <pc:docMk/>
          <pc:sldMk cId="650317164" sldId="256"/>
        </pc:sldMkLst>
        <pc:spChg chg="mod">
          <ac:chgData name="Paweł Urbaniak (pu316252)" userId="S::pu316252@student.polsl.pl::5a810bbf-09a7-4f9d-b9b7-2f917043c8b2" providerId="AD" clId="Web-{33D52962-B6B0-60E9-01B0-49F72A263EE4}" dt="2026-04-21T21:35:42.332" v="4" actId="20577"/>
          <ac:spMkLst>
            <pc:docMk/>
            <pc:sldMk cId="650317164" sldId="256"/>
            <ac:spMk id="3" creationId="{00000000-0000-0000-0000-000000000000}"/>
          </ac:spMkLst>
        </pc:spChg>
      </pc:sldChg>
    </pc:docChg>
  </pc:docChgLst>
  <pc:docChgLst>
    <pc:chgData name="Paweł Urbaniak (pu316252)" userId="S::pu316252@student.polsl.pl::5a810bbf-09a7-4f9d-b9b7-2f917043c8b2" providerId="AD" clId="Web-{672AFFC5-8573-316C-69D6-5DF36A41AE95}"/>
    <pc:docChg chg="modSld">
      <pc:chgData name="Paweł Urbaniak (pu316252)" userId="S::pu316252@student.polsl.pl::5a810bbf-09a7-4f9d-b9b7-2f917043c8b2" providerId="AD" clId="Web-{672AFFC5-8573-316C-69D6-5DF36A41AE95}" dt="2026-04-22T09:24:22.229" v="9" actId="1076"/>
      <pc:docMkLst>
        <pc:docMk/>
      </pc:docMkLst>
      <pc:sldChg chg="addSp delSp modSp mod setBg">
        <pc:chgData name="Paweł Urbaniak (pu316252)" userId="S::pu316252@student.polsl.pl::5a810bbf-09a7-4f9d-b9b7-2f917043c8b2" providerId="AD" clId="Web-{672AFFC5-8573-316C-69D6-5DF36A41AE95}" dt="2026-04-22T08:35:36.056" v="7"/>
        <pc:sldMkLst>
          <pc:docMk/>
          <pc:sldMk cId="781842421" sldId="263"/>
        </pc:sldMkLst>
        <pc:picChg chg="add mod">
          <ac:chgData name="Paweł Urbaniak (pu316252)" userId="S::pu316252@student.polsl.pl::5a810bbf-09a7-4f9d-b9b7-2f917043c8b2" providerId="AD" clId="Web-{672AFFC5-8573-316C-69D6-5DF36A41AE95}" dt="2026-04-22T08:35:36.056" v="7"/>
          <ac:picMkLst>
            <pc:docMk/>
            <pc:sldMk cId="781842421" sldId="263"/>
            <ac:picMk id="4" creationId="{A5E60358-B448-3DD6-E058-0B77DFA97A24}"/>
          </ac:picMkLst>
        </pc:picChg>
      </pc:sldChg>
      <pc:sldChg chg="modSp">
        <pc:chgData name="Paweł Urbaniak (pu316252)" userId="S::pu316252@student.polsl.pl::5a810bbf-09a7-4f9d-b9b7-2f917043c8b2" providerId="AD" clId="Web-{672AFFC5-8573-316C-69D6-5DF36A41AE95}" dt="2026-04-22T09:24:22.229" v="9" actId="1076"/>
        <pc:sldMkLst>
          <pc:docMk/>
          <pc:sldMk cId="2728689540" sldId="267"/>
        </pc:sldMkLst>
        <pc:picChg chg="mod">
          <ac:chgData name="Paweł Urbaniak (pu316252)" userId="S::pu316252@student.polsl.pl::5a810bbf-09a7-4f9d-b9b7-2f917043c8b2" providerId="AD" clId="Web-{672AFFC5-8573-316C-69D6-5DF36A41AE95}" dt="2026-04-22T09:24:22.229" v="9" actId="1076"/>
          <ac:picMkLst>
            <pc:docMk/>
            <pc:sldMk cId="2728689540" sldId="267"/>
            <ac:picMk id="5" creationId="{31A8B7ED-1DF5-C1FF-DA13-7762D419E8D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21.09.2026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91757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21.09.2026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67380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21.09.2026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234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21.09.2026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83036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21.09.2026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61808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21.09.2026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44797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21.09.2026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50839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21.09.2026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15530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21.09.2026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24906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21.09.2026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54508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21.09.2026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40386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8AA868-8872-43E4-8C98-D34DABD1FD38}" type="datetimeFigureOut">
              <a:rPr lang="pl-PL" smtClean="0"/>
              <a:t>21.09.2026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26633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l-PL"/>
              <a:t>Prezentacja UAR </a:t>
            </a:r>
            <a:br>
              <a:rPr lang="pl-PL"/>
            </a:br>
            <a:r>
              <a:rPr lang="pl-PL"/>
              <a:t>Sieci Komputerowe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50317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5AAE4-1775-E0E9-8511-0339C5F3F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Symbol zastępczy zawartości 6" descr="Obraz zawierający tekst, zrzut ekranu, numer, Równolegle&#10;&#10;Zawartość wygenerowana przez AI może być niepoprawna.">
            <a:extLst>
              <a:ext uri="{FF2B5EF4-FFF2-40B4-BE49-F238E27FC236}">
                <a16:creationId xmlns:a16="http://schemas.microsoft.com/office/drawing/2014/main" id="{976273C6-6924-05B7-53A1-C3E3B25058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17324" y="12988"/>
            <a:ext cx="2778442" cy="6833610"/>
          </a:xfrm>
          <a:prstGeom prst="rect">
            <a:avLst/>
          </a:prstGeom>
        </p:spPr>
      </p:pic>
      <p:pic>
        <p:nvPicPr>
          <p:cNvPr id="8" name="Obraz 7" descr="Obraz zawierający tekst, zrzut ekranu, diagram, wyświetlacz&#10;&#10;Zawartość wygenerowana przez AI może być niepoprawna.">
            <a:extLst>
              <a:ext uri="{FF2B5EF4-FFF2-40B4-BE49-F238E27FC236}">
                <a16:creationId xmlns:a16="http://schemas.microsoft.com/office/drawing/2014/main" id="{027B34F6-7D97-D4E6-0C61-9134B0587F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893"/>
            <a:ext cx="9201729" cy="683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239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5F492BD-24E4-31AF-6BAE-7FB7D81F9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4" name="Symbol zastępczy zawartości 3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2F54221A-F049-165C-69D0-400EC2C505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3799" y="835"/>
            <a:ext cx="7005966" cy="4471655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C3BE467F-D036-0D3D-694D-4084EF629B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702" y="5438774"/>
            <a:ext cx="9542043" cy="412081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77E2FA70-2521-BD21-8124-207AA1378E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449" y="4859004"/>
            <a:ext cx="6777288" cy="418599"/>
          </a:xfrm>
          <a:prstGeom prst="rect">
            <a:avLst/>
          </a:prstGeom>
        </p:spPr>
      </p:pic>
      <p:pic>
        <p:nvPicPr>
          <p:cNvPr id="8" name="Obraz 7" descr="Obraz zawierający tekst, zrzut ekranu, Czcionka, numer&#10;&#10;Zawartość wygenerowana przez AI może być niepoprawna.">
            <a:extLst>
              <a:ext uri="{FF2B5EF4-FFF2-40B4-BE49-F238E27FC236}">
                <a16:creationId xmlns:a16="http://schemas.microsoft.com/office/drawing/2014/main" id="{61BFD029-DAB9-3044-7306-4833C77CA6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6059" y="685800"/>
            <a:ext cx="4717882" cy="2879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46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C67371A-D5A0-376C-B600-BF99E76D1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4" name="Symbol zastępczy zawartości 3" descr="Obraz zawierający tekst, diagram, linia, Wykres&#10;&#10;Zawartość wygenerowana przez AI może być niepoprawna.">
            <a:extLst>
              <a:ext uri="{FF2B5EF4-FFF2-40B4-BE49-F238E27FC236}">
                <a16:creationId xmlns:a16="http://schemas.microsoft.com/office/drawing/2014/main" id="{545646E1-99B5-2418-6691-1E26DA87B6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54" y="1443"/>
            <a:ext cx="12169215" cy="5563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183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F7B3254-3F0B-6E5D-40FC-706A7CBEB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4" name="Symbol zastępczy zawartości 3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3E7EB2C8-2B57-2244-D132-8505809E74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957" y="1357817"/>
            <a:ext cx="5782540" cy="4143952"/>
          </a:xfrm>
          <a:prstGeom prst="rect">
            <a:avLst/>
          </a:prstGeom>
        </p:spPr>
      </p:pic>
      <p:pic>
        <p:nvPicPr>
          <p:cNvPr id="5" name="Obraz 4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692DF37F-EB25-F187-5655-3D197571C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455" y="1355004"/>
            <a:ext cx="5380182" cy="4147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07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E73376C-6951-F147-CA5A-227DE9A9E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4" name="Symbol zastępczy zawartości 3" descr="Obraz zawierający tekst, diagram, zrzut ekranu, Wykres&#10;&#10;Zawartość wygenerowana przez AI może być niepoprawna.">
            <a:extLst>
              <a:ext uri="{FF2B5EF4-FFF2-40B4-BE49-F238E27FC236}">
                <a16:creationId xmlns:a16="http://schemas.microsoft.com/office/drawing/2014/main" id="{1EBC0388-81CC-3EB1-4D2E-0BDE874B9F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6490" y="1443"/>
            <a:ext cx="10299019" cy="4235884"/>
          </a:xfrm>
          <a:prstGeom prst="rect">
            <a:avLst/>
          </a:prstGeom>
        </p:spPr>
      </p:pic>
      <p:pic>
        <p:nvPicPr>
          <p:cNvPr id="5" name="Obraz 4" descr="Obraz zawierający linia, diagram, Wykres, zrzut ekranu&#10;&#10;Zawartość wygenerowana przez AI może być niepoprawna.">
            <a:extLst>
              <a:ext uri="{FF2B5EF4-FFF2-40B4-BE49-F238E27FC236}">
                <a16:creationId xmlns:a16="http://schemas.microsoft.com/office/drawing/2014/main" id="{31A8B7ED-1DF5-C1FF-DA13-7762D419E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909" y="4705580"/>
            <a:ext cx="10956637" cy="1303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689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5DB83B-9EB5-35B4-FCCF-DA79DF9AB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4E527B-660B-2D95-8BB2-F90851196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Nawiązywanie połączenia</a:t>
            </a:r>
          </a:p>
        </p:txBody>
      </p:sp>
      <p:pic>
        <p:nvPicPr>
          <p:cNvPr id="6" name="Obraz 5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E3A030F9-43DB-68A8-3403-ECCBDDBEDA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24" r="-2" b="8167"/>
          <a:stretch>
            <a:fillRect/>
          </a:stretch>
        </p:blipFill>
        <p:spPr>
          <a:xfrm>
            <a:off x="198741" y="2410448"/>
            <a:ext cx="5803323" cy="3890357"/>
          </a:xfrm>
          <a:prstGeom prst="rect">
            <a:avLst/>
          </a:prstGeom>
        </p:spPr>
      </p:pic>
      <p:pic>
        <p:nvPicPr>
          <p:cNvPr id="4" name="Obraz 3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8FA7619E-4E8E-DB2B-3C2E-71150EF280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514"/>
          <a:stretch>
            <a:fillRect/>
          </a:stretch>
        </p:blipFill>
        <p:spPr>
          <a:xfrm>
            <a:off x="6189934" y="2410448"/>
            <a:ext cx="5803323" cy="389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235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74559C-CF1B-E20A-16EB-433EEBE60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A5E60358-B448-3DD6-E058-0B77DFA97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8066" y="643466"/>
            <a:ext cx="6515867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842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0321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008FA-42E2-50BE-4D7A-B8A3485FD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580" y="365125"/>
            <a:ext cx="10833903" cy="1354499"/>
          </a:xfrm>
        </p:spPr>
        <p:txBody>
          <a:bodyPr/>
          <a:lstStyle/>
          <a:p>
            <a:r>
              <a:rPr lang="en-US" err="1"/>
              <a:t>Definicja</a:t>
            </a:r>
            <a:r>
              <a:rPr lang="en-US"/>
              <a:t> </a:t>
            </a:r>
            <a:r>
              <a:rPr lang="en-US" err="1"/>
              <a:t>typów</a:t>
            </a:r>
            <a:r>
              <a:rPr lang="en-US"/>
              <a:t> </a:t>
            </a:r>
            <a:r>
              <a:rPr lang="en-US" err="1"/>
              <a:t>pakietów</a:t>
            </a:r>
            <a:r>
              <a:rPr lang="en-US"/>
              <a:t> </a:t>
            </a:r>
            <a:r>
              <a:rPr lang="en-US" err="1"/>
              <a:t>oraz</a:t>
            </a:r>
            <a:r>
              <a:rPr lang="en-US"/>
              <a:t> </a:t>
            </a:r>
            <a:r>
              <a:rPr lang="en-US" err="1"/>
              <a:t>struktury</a:t>
            </a:r>
            <a:r>
              <a:rPr lang="en-US"/>
              <a:t> </a:t>
            </a:r>
            <a:r>
              <a:rPr lang="en-US" err="1"/>
              <a:t>danych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3F55C48-2FF1-0058-6B2B-4AFE80DA00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97360" y="1825625"/>
            <a:ext cx="599727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192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FE1D9-ED68-F6A4-4C31-FF623BAA2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255" y="365125"/>
            <a:ext cx="11102544" cy="1346157"/>
          </a:xfrm>
        </p:spPr>
        <p:txBody>
          <a:bodyPr/>
          <a:lstStyle/>
          <a:p>
            <a:r>
              <a:rPr lang="en-US" err="1"/>
              <a:t>Wysyłanie</a:t>
            </a:r>
            <a:r>
              <a:rPr lang="en-US"/>
              <a:t> </a:t>
            </a:r>
            <a:r>
              <a:rPr lang="en-US" err="1"/>
              <a:t>pakietów</a:t>
            </a:r>
            <a:r>
              <a:rPr lang="en-US"/>
              <a:t> </a:t>
            </a:r>
            <a:r>
              <a:rPr lang="en-US" err="1"/>
              <a:t>oraz</a:t>
            </a:r>
            <a:r>
              <a:rPr lang="en-US"/>
              <a:t> </a:t>
            </a:r>
            <a:r>
              <a:rPr lang="en-US" err="1"/>
              <a:t>obliczanie</a:t>
            </a:r>
            <a:r>
              <a:rPr lang="en-US"/>
              <a:t> </a:t>
            </a:r>
            <a:r>
              <a:rPr lang="en-US" err="1"/>
              <a:t>opóźnienia</a:t>
            </a:r>
            <a:r>
              <a:rPr lang="en-US"/>
              <a:t> 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4191D19-61DC-5E8B-AF24-C288C3520B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66524" y="1825625"/>
            <a:ext cx="545895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83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5D187-CB9C-FF6C-3284-C400BCE60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Obsługa</a:t>
            </a:r>
            <a:r>
              <a:rPr lang="en-US"/>
              <a:t> </a:t>
            </a:r>
            <a:r>
              <a:rPr lang="en-US" err="1"/>
              <a:t>odebranych</a:t>
            </a:r>
            <a:r>
              <a:rPr lang="en-US"/>
              <a:t> </a:t>
            </a:r>
            <a:r>
              <a:rPr lang="en-US" err="1"/>
              <a:t>pakietów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478618A-ED40-796E-042E-907436B380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90875" y="2139156"/>
            <a:ext cx="5810250" cy="372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300317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</Words>
  <Application>Microsoft Office PowerPoint</Application>
  <PresentationFormat>Panoramiczny</PresentationFormat>
  <Paragraphs>5</Paragraphs>
  <Slides>12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Motyw pakietu Office</vt:lpstr>
      <vt:lpstr>Prezentacja UAR  Sieci Komputerowe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Nawiązywanie połączenia</vt:lpstr>
      <vt:lpstr>Prezentacja programu PowerPoint</vt:lpstr>
      <vt:lpstr>Prezentacja programu PowerPoint</vt:lpstr>
      <vt:lpstr>Definicja typów pakietów oraz struktury danych</vt:lpstr>
      <vt:lpstr>Wysyłanie pakietów oraz obliczanie opóźnienia </vt:lpstr>
      <vt:lpstr>Obsługa odebranych pakietów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Krzysztof Rostek (kr316302)</cp:lastModifiedBy>
  <cp:revision>2</cp:revision>
  <dcterms:created xsi:type="dcterms:W3CDTF">2026-04-21T21:33:48Z</dcterms:created>
  <dcterms:modified xsi:type="dcterms:W3CDTF">2026-09-21T10:53:15Z</dcterms:modified>
</cp:coreProperties>
</file>